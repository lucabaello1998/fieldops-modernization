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FieldOps es la version moderna de un sistema de gestion de operaciones de campo: instalaciones, stock por deposito, tecnicos y tareas. Misma base de datos, otro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legacy sigue en produccion: PHP 7.4, jQuery y MySQL. La tabla tareas tiene 11,3 millones de filas y es donde trabaja el negocio todos los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decision fue reescribir. El esquema real se conservo completo: 76 tablas y 1.517 columnas, migradas con 55 migraciones generadas desde el esquema.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lo de la columna derecha es verificable en el repositorio y en la demo que sigue.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resume la operacion: altas del mes, tareas activas, stock critico, tecnicos activos, y cuatro graficos construidos sobre las mismas tablas del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estetica es un sistema de diseno propio (docs/diseno.md), no un tema comprado: tokens de color, tipografia Inter y componentes reutilizables.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tiene cuatro columnas y se maneja arrastrando tarjetas. Cada movimiento se valida en el servidor y queda auditado.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abre cualquier tarjeta y esta el historial completo: movimientos de estado, notas agregadas y los datos de la 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filtros y las relaciones por nombre de texto del legacy se respetan: el sistema nuevo habla el mismo idioma que la base de datos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busqueda recorre cinco tablas con consultas preparadas y resalta el termino en los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verificacion tiene tres capas: tests de feature con phpunit sobre MySQL real, un script de puppeteer que maneja la app como un usuario, y una captura de cada pantalla en los dos temas para revisar la parte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demo se levanta en un minuto y usa exclusivamente datos sinteticos generados con semilla fija, sobre el esquema real de 76 tablas.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trabajo de codigo de esta etapa esta cerrado: lo que queda es ampliar modulos, integrar y desplegar.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852160" cy="58521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3291840"/>
            <a:ext cx="3108960" cy="3108960"/>
          </a:xfrm>
          <a:prstGeom prst="ellipse">
            <a:avLst/>
          </a:prstGeom>
          <a:solidFill>
            <a:srgbClr val="221F4D"/>
          </a:solidFill>
          <a:ln w="12700">
            <a:solidFill>
              <a:srgbClr val="221F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FieldOps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gestión de campo, reescrito sobre Laravel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funcional · Laravel 12 + PHP 8.3 + MySQL 8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Baello · octubre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en producción, escrito a mano y sin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PHP propios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 MB de código escrito a mano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9856" y="16002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75888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· 1.517 columnas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foreign keys: relaciones por texto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28816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11,3M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en la tabla tareas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operativo del sistema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25712" y="16002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81744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7.4.33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381744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 PHP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81744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soporte desde noviembre de 2022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creció sin planos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6177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tablas sin claves foráneas (todo se relaciona por nombre de texto), 2.251 consultas SQL escritas a mano, 1.767 archivos en producción y 14 años de parches encima. Funciona todos los días: el problema es a qué costo.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2852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cambiar el negocio: es bajar el costo de mantenerlo.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decisión: no parchear, reescribir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378 archivos dispersos, tapar agujeros deja el diseño intacto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Parchear el PHP actual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2.251 consultas a mano: se arregla el síntoma, no la arquitectura.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6002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26864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 versión sin framework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fatales, mismo diseño: sin ORM, sin capa de validación, sin tests.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6002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sobre Laravel 12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Eloquent, validación, autorización por roles y tests. El esquema real se conserva.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297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real se conserva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76 tablas del legacy se migraron tal cual (nombres, tipos y relaciones por texto incluidos), así el negocio no cambia su forma de trabajar y los reportes siguen siendo comparables. Lo que cambia es cómo se accede a esos datos.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623560"/>
            <a:ext cx="1170432" cy="384048"/>
          </a:xfrm>
          <a:prstGeom prst="roundRect">
            <a:avLst>
              <a:gd name="adj" fmla="val 476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56235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83664" y="5623560"/>
            <a:ext cx="896112" cy="384048"/>
          </a:xfrm>
          <a:prstGeom prst="roundRect">
            <a:avLst>
              <a:gd name="adj" fmla="val 476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83664" y="56235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5623560"/>
            <a:ext cx="896112" cy="384048"/>
          </a:xfrm>
          <a:prstGeom prst="roundRect">
            <a:avLst>
              <a:gd name="adj" fmla="val 476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26080" y="56235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68496" y="5623560"/>
            <a:ext cx="1261872" cy="384048"/>
          </a:xfrm>
          <a:prstGeom prst="roundRect">
            <a:avLst>
              <a:gd name="adj" fmla="val 476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68496" y="5623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76672" y="5623560"/>
            <a:ext cx="1810512" cy="384048"/>
          </a:xfrm>
          <a:prstGeom prst="roundRect">
            <a:avLst>
              <a:gd name="adj" fmla="val 476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76672" y="56235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+ Chart.js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33488" y="5623560"/>
            <a:ext cx="804672" cy="384048"/>
          </a:xfrm>
          <a:prstGeom prst="roundRect">
            <a:avLst>
              <a:gd name="adj" fmla="val 476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33488" y="56235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y después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sistema, la misma base, otro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578608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legacy (hoy)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242048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FieldOps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11064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0574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7.4.33 (EOL desde nov-2022)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242048" y="20574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8.3.36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78608" y="2624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 archivos PHP + jQuery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242048" y="26243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(MVC + Eloquent + Blade)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11064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3191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578608" y="31912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2.251 consultas SQL a mano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31912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+ PDO con parámetros enlazados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7581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578608" y="37581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disperso en cada vista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37581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Alpine + Chart.js + Tailwind v4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325112"/>
            <a:ext cx="11064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43251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43251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1.767 archivos sin capas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43251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controladores · 55 modelos · 18 vistas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578608" y="48920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 ni entorno reproducible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42048" y="4892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tests de feature + Docker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458968"/>
            <a:ext cx="11064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" y="54589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578608" y="54589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y cambios a mano en cPanel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242048" y="54589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migrate:fresh --seed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205740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pantalla se reescribió sobre el mismo esquema, sin migrar ni un dato: la base del negocio queda intacta.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nueva aplicación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del esquema, con datos de prueba sintéticos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09928" y="1298448"/>
            <a:ext cx="8778240" cy="555498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02-tabl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389888"/>
            <a:ext cx="859536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clara y oscura, con tokens de diseño compartidos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09928" y="1298448"/>
            <a:ext cx="8778240" cy="555498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03-tablero-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389888"/>
            <a:ext cx="859536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 tablero Kanban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y soltar con validación en el servidor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51960" y="1481328"/>
            <a:ext cx="74980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04-tareas-kan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572768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1051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/tareas/{id}/estado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04825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movimiento pasa por sesión validada, CSRF y validación del estado.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1089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3467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movió la tarea, cuándo y desde qué estado queda escrito en la bitácora.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440740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4334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tareas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46451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con tipo, prioridad, responsable y vencimiento.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queda registrado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de la tarea: quién, cuándo y desde qué estado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09928" y="1298448"/>
            <a:ext cx="8778240" cy="555498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14-tarea-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389888"/>
            <a:ext cx="859536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y altas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módulos de operación diaria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5715000" cy="3640455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05-st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5532120" cy="34575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62472" y="1783080"/>
            <a:ext cx="5715000" cy="3640455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pic>
        <p:nvPicPr>
          <p:cNvPr id="7" name="Image 1" descr="06-al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874520"/>
            <a:ext cx="5532120" cy="34575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534924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líneas por depósito, alertas por nivel y movimientos internos registrados con usuario y fecha.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153912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153912" y="534924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instalaciones con filtros por zona, depósito, estado y fecha, y ficha completa de equipos.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global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buscador para toda la operación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51960" y="1481328"/>
            <a:ext cx="74980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11-busqu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572768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1051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endpoint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04825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Tareas, altas, técnicos, materiales y reclamos en una consulta paginada.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10896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3467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viaja como parámetro enlazado: no hay SQL que concatenar.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440740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4334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agrupados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46451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coincidencia se resalta y se agrupa por tipo de registro.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verifica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alcanza con que compile: cada ruta, cada acción y cada pantalla tienen su prueba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9933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75688" y="2066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feature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75688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assertions sobre MySQL real: acceso, roles, Kanban, stock, usuarios y búsqueda.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0488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83096" y="19933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699248" y="2066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end-to-end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99248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headless contra la app viva: login, drag &amp; drop, alta de tarea, stock y usuarios.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9536" y="395935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075688" y="4032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visuales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75688" y="4389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pantallas en claro y oscuro, más modales, 403 y 404, revisadas una por una.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3703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83096" y="395935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699248" y="4032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JS y de red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99248" y="4389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última corrida completa: sin excepciones ni respuestas 5xx.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corre contra una base aparte (fieldops_test): nunca toca los datos de la demo. Los scripts quedan en tools/.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la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comandos: base migrada, 16 seeders sintéticos y app arriba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583680" cy="2148840"/>
          </a:xfrm>
          <a:prstGeom prst="roundRect">
            <a:avLst>
              <a:gd name="adj" fmla="val 3404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1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1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app php artisan migrate:fresh --seed</a:t>
            </a:r>
            <a:endParaRPr lang="en-US" sz="11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run build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931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 · Adminer en :8081 · MySQL en :3307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1645920"/>
            <a:ext cx="413308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demo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admin@fieldops.test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423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supervisor@fieldops.test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tecnico@fieldops.test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337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deposito@fieldops.test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contraseña: password · hasheada con bcrypt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la demo son sintéticos (semilla fija mt_srand(20261023)): mismo esquema, cero datos de clientes.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sobre la misma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91109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los módulos restantes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240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 con mapas, devolución de equipos y calendario de recordatorios.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62072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18211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821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0815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4107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ya están migradas: falta el conector y las pantallas de sincronización.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032504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5254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3525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Deseable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observabilidad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458114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CI que corra la suite, entornos separados y métricas de uso.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202936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52297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5229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Deseable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54223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datos reales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575157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los datos sintéticos al volcado productivo con un proceso auditado.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FieldOps</dc:title>
  <dc:subject>Demo funcional · Laravel 12 + PHP 8.3 + MySQL 8</dc:subject>
  <dc:creator>Luca Baello</dc:creator>
  <cp:lastModifiedBy>Luca Baello</cp:lastModifiedBy>
  <cp:revision>1</cp:revision>
  <dcterms:created xsi:type="dcterms:W3CDTF">2026-10-28T12:29:21Z</dcterms:created>
  <dcterms:modified xsi:type="dcterms:W3CDTF">2026-10-28T12:29:21Z</dcterms:modified>
</cp:coreProperties>
</file>
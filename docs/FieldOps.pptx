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FieldOps es la version moderna de un sistema de gestion de operaciones de campo: instalaciones, stock por deposito, tecnicos y tareas. Misma base de datos, otro stack.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sistema legacy sigue en produccion: PHP 7.4, jQuery y MySQL. La tabla tareas tiene 11,3 millones de filas y es donde trabaja el negocio todos los dias.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decision fue reescribir. El esquema real se conservo completo: 76 tablas y 1.517 columnas, migradas con 55 migraciones generadas desde el esquema.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lo de la columna derecha es verificable en el repositorio y en la demo que sigue.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tablero resume la operacion: altas del mes, tareas activas, stock critico, tecnicos activos, y cuatro graficos construidos sobre las mismas tablas del legacy.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estetica es un sistema de diseno propio (docs/diseno.md), no un tema comprado: tokens de color, tipografia Inter y componentes reutilizables.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tablero tiene cuatro columnas y se maneja arrastrando tarjetas. Cada movimiento se valida en el servidor y queda auditado.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abre cualquier tarjeta y esta el historial completo: movimientos de estado, notas agregadas y los datos de la tarea.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filtros y las relaciones por nombre de texto del legacy se respetan: el sistema nuevo habla el mismo idioma que la base de datos existente.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busqueda recorre cinco tablas con consultas preparadas y resalta el termino en los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verificacion tiene tres capas: tests de feature con phpunit sobre MySQL real, un script de puppeteer que maneja la app como un usuario, y una captura de cada pantalla en los dos temas para revisar la parte visual.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demo se levanta en un minuto y usa exclusivamente datos sinteticos generados con semilla fija, sobre el esquema real de 76 tablas.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trabajo de codigo de esta etapa esta cerrado: lo que queda es ampliar modulos, integrar y desplegar.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852160" cy="585216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3291840"/>
            <a:ext cx="3108960" cy="3108960"/>
          </a:xfrm>
          <a:prstGeom prst="ellipse">
            <a:avLst/>
          </a:prstGeom>
          <a:solidFill>
            <a:srgbClr val="221F4D"/>
          </a:solidFill>
          <a:ln w="12700">
            <a:solidFill>
              <a:srgbClr val="221F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777240"/>
            <a:ext cx="566928" cy="56692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2024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FieldOps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8036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sistema de gestión de campo, reescrito sobre Laravel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funcional · Laravel 12 + PHP 8.3 + MySQL 8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806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 Baello · octubre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punto de partida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sistema en producción, escrito a mano y sin framework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5400000">
              <a:srgbClr val="0F172A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378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archivos PHP propios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71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5,2 MB de código escrito a mano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19856" y="160020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5400000">
              <a:srgbClr val="0F172A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75888" y="18288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675888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· 1.517 columnas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75888" y="2971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foreign keys: relaciones por texto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72784" y="160020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5400000">
              <a:srgbClr val="0F172A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528816" y="18288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11,3M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528816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 en la tabla tareas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528816" y="2971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corazón operativo del sistema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25712" y="160020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5400000">
              <a:srgbClr val="0F172A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381744" y="18288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7.4.33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9381744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de PHP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81744" y="2971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soporte desde noviembre de 2022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97764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422452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sistema que creció sin planos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461772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 tablas sin claves foráneas (todo se relaciona por nombre de texto), 2.251 consultas SQL escritas a mano, 1.767 archivos en producción y 14 años de parches encima. Funciona todos los días: el problema es a qué costo.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528523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 no es cambiar el negocio: es bajar el costo de mantenerlo.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decisión: no parchear, reescribir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378 archivos dispersos, tapar agujeros deja el diseño intacto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5400000">
              <a:srgbClr val="0F172A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412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Parchear el PHP actual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6517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2.251 consultas a mano: se arregla el síntoma, no la arquitectura.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52544" y="1600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5400000">
              <a:srgbClr val="0F172A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26864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Descartada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626864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Migrar de versión sin framework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26517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fatales, mismo diseño: sin ORM, sin capa de validación, sin tests.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600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5400000">
              <a:srgbClr val="0F172A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138160" y="1600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1905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Elegida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Reescribir sobre Laravel 12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6517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MVC, Eloquent, validación, autorización por roles y tests. El esquema real se conserva.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2976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esquema real se conserva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6634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76 tablas del legacy se migraron tal cual (nombres, tipos y relaciones por texto incluidos), así el negocio no cambia su forma de trabajar y los reportes siguen siendo comparables. Lo que cambia es cómo se accede a esos datos.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5623560"/>
            <a:ext cx="1170432" cy="384048"/>
          </a:xfrm>
          <a:prstGeom prst="roundRect">
            <a:avLst>
              <a:gd name="adj" fmla="val 4761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" y="5623560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12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83664" y="5623560"/>
            <a:ext cx="896112" cy="384048"/>
          </a:xfrm>
          <a:prstGeom prst="roundRect">
            <a:avLst>
              <a:gd name="adj" fmla="val 4761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883664" y="5623560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8.3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926080" y="5623560"/>
            <a:ext cx="896112" cy="384048"/>
          </a:xfrm>
          <a:prstGeom prst="roundRect">
            <a:avLst>
              <a:gd name="adj" fmla="val 4761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26080" y="5623560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968496" y="5623560"/>
            <a:ext cx="1261872" cy="384048"/>
          </a:xfrm>
          <a:prstGeom prst="roundRect">
            <a:avLst>
              <a:gd name="adj" fmla="val 4761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968496" y="562356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v4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76672" y="5623560"/>
            <a:ext cx="1810512" cy="384048"/>
          </a:xfrm>
          <a:prstGeom prst="roundRect">
            <a:avLst>
              <a:gd name="adj" fmla="val 4761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376672" y="562356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Alpine + Chart.js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333488" y="5623560"/>
            <a:ext cx="804672" cy="384048"/>
          </a:xfrm>
          <a:prstGeom prst="roundRect">
            <a:avLst>
              <a:gd name="adj" fmla="val 4761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33488" y="562356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y después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sistema, la misma base, otro stack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" y="1600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578608" y="1600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E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legacy (hoy)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242048" y="16002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FieldOps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057400"/>
            <a:ext cx="1106424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68096" y="205740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578608" y="205740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7.4.33 (EOL desde nov-2022)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242048" y="205740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8.3.36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262432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578608" y="262432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378 archivos PHP + jQuery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242048" y="262432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12 (MVC + Eloquent + Blade)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191256"/>
            <a:ext cx="1106424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8096" y="319125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578608" y="319125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2.251 consultas SQL a mano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242048" y="319125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Eloquent + PDO con parámetros enlazados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375818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578608" y="375818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jQuery disperso en cada vista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242048" y="375818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+ Alpine + Chart.js + Tailwind v4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325112"/>
            <a:ext cx="1106424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" y="432511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2578608" y="432511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1.767 archivos sin capas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242048" y="432511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controladores · 55 modelos · 18 vistas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68096" y="489204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2578608" y="48920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tests ni entorno reproducible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242048" y="489204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tests de feature + Docker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458968"/>
            <a:ext cx="1106424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8096" y="545896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en marcha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2578608" y="545896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FTP y cambios a mano en cPanel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7242048" y="545896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+ migrate:fresh --seed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205740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6928" y="6144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pantalla se reescribió sobre el mismo esquema, sin migrar ni un dato: la base del negocio queda intacta.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nueva aplicación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reales del esquema, con datos de prueba sintéticos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709928" y="1298448"/>
            <a:ext cx="8778240" cy="5554980"/>
          </a:xfrm>
          <a:prstGeom prst="roundRect">
            <a:avLst>
              <a:gd name="adj" fmla="val 98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5400000">
              <a:srgbClr val="0F172A">
                <a:alpha val="10000"/>
              </a:srgbClr>
            </a:outerShdw>
          </a:effectLst>
        </p:spPr>
      </p:sp>
      <p:pic>
        <p:nvPicPr>
          <p:cNvPr id="5" name="Image 0" descr="C:\Users\lucac\Documents\Aplicaciones\fieldops-modernization\docs\capturas\deck\02-tabl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1368" y="1389888"/>
            <a:ext cx="859536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oscuro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clara y oscura, con tokens de diseño compartidos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709928" y="1298448"/>
            <a:ext cx="8778240" cy="5554980"/>
          </a:xfrm>
          <a:prstGeom prst="roundRect">
            <a:avLst>
              <a:gd name="adj" fmla="val 98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5400000">
              <a:srgbClr val="0F172A">
                <a:alpha val="10000"/>
              </a:srgbClr>
            </a:outerShdw>
          </a:effectLst>
        </p:spPr>
      </p:sp>
      <p:pic>
        <p:nvPicPr>
          <p:cNvPr id="5" name="Image 0" descr="C:\Users\lucac\Documents\Aplicaciones\fieldops-modernization\docs\capturas\deck\03-tablero-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1368" y="1389888"/>
            <a:ext cx="859536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Tareas: tablero Kanban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Arrastrar y soltar con validación en el servidor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251960" y="1481328"/>
            <a:ext cx="749808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5400000">
              <a:srgbClr val="0F172A">
                <a:alpha val="10000"/>
              </a:srgbClr>
            </a:outerShdw>
          </a:effectLst>
        </p:spPr>
      </p:sp>
      <p:pic>
        <p:nvPicPr>
          <p:cNvPr id="5" name="Image 0" descr="C:\Users\lucac\Documents\Aplicaciones\fieldops-modernization\docs\capturas\deck\04-tareas-kanb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1572768"/>
            <a:ext cx="731520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10512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6112" y="1737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/tareas/{id}/estado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2048256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movimiento pasa por sesión validada, CSRF y validación del estado.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3108960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96112" y="303580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334670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movió la tarea, cuándo y desde qué estado queda escrito en la bitácora.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66928" y="4407408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96112" y="43342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de tareas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96112" y="4645152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con tipo, prioridad, responsable y vencimiento.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cambio queda registrado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bitácora de la tarea: quién, cuándo y desde qué estado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709928" y="1298448"/>
            <a:ext cx="8778240" cy="5554980"/>
          </a:xfrm>
          <a:prstGeom prst="roundRect">
            <a:avLst>
              <a:gd name="adj" fmla="val 98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5400000">
              <a:srgbClr val="0F172A">
                <a:alpha val="10000"/>
              </a:srgbClr>
            </a:outerShdw>
          </a:effectLst>
        </p:spPr>
      </p:sp>
      <p:pic>
        <p:nvPicPr>
          <p:cNvPr id="5" name="Image 0" descr="C:\Users\lucac\Documents\Aplicaciones\fieldops-modernization\docs\capturas\deck\14-tarea-detal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1368" y="1389888"/>
            <a:ext cx="859536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y altas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módulos de operación diaria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783080"/>
            <a:ext cx="5715000" cy="3640455"/>
          </a:xfrm>
          <a:prstGeom prst="roundRect">
            <a:avLst>
              <a:gd name="adj" fmla="val 15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5400000">
              <a:srgbClr val="0F172A">
                <a:alpha val="10000"/>
              </a:srgbClr>
            </a:outerShdw>
          </a:effectLst>
        </p:spPr>
      </p:sp>
      <p:pic>
        <p:nvPicPr>
          <p:cNvPr id="5" name="Image 0" descr="C:\Users\lucac\Documents\Aplicaciones\fieldops-modernization\docs\capturas\deck\05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74520"/>
            <a:ext cx="5532120" cy="345757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62472" y="1783080"/>
            <a:ext cx="5715000" cy="3640455"/>
          </a:xfrm>
          <a:prstGeom prst="roundRect">
            <a:avLst>
              <a:gd name="adj" fmla="val 15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5400000">
              <a:srgbClr val="0F172A">
                <a:alpha val="10000"/>
              </a:srgbClr>
            </a:outerShdw>
          </a:effectLst>
        </p:spPr>
      </p:sp>
      <p:pic>
        <p:nvPicPr>
          <p:cNvPr id="7" name="Image 1" descr="C:\Users\lucac\Documents\Aplicaciones\fieldops-modernization\docs\capturas\deck\06-alt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1874520"/>
            <a:ext cx="5532120" cy="345757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14813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5349240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 líneas por depósito, alertas por nivel y movimientos internos registrados con usuario y fecha.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153912" y="14813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53912" y="5349240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640 instalaciones con filtros por zona, depósito, estado y fecha, y ficha completa de equipos.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global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buscador para toda la operación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251960" y="1481328"/>
            <a:ext cx="749808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5400000">
              <a:srgbClr val="0F172A">
                <a:alpha val="10000"/>
              </a:srgbClr>
            </a:outerShdw>
          </a:effectLst>
        </p:spPr>
      </p:sp>
      <p:pic>
        <p:nvPicPr>
          <p:cNvPr id="5" name="Image 0" descr="C:\Users\lucac\Documents\Aplicaciones\fieldops-modernization\docs\capturas\deck\11-busque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1572768"/>
            <a:ext cx="731520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10512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6112" y="1737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endpoint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2048256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Tareas, altas, técnicos, materiales y reclamos en una consulta paginada.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3108960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96112" y="303580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parametrizadas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334670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término viaja como parámetro enlazado: no hay SQL que concatenar.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66928" y="4407408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96112" y="43342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agrupados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96112" y="4645152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coincidencia se resalta y se agrupa por tipo de registro.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verifica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alcanza con que compile: cada ruta, cada acción y cada pantalla tienen su prueba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5400000">
              <a:srgbClr val="0F172A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59536" y="1993392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2075688" y="206654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 feature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075688" y="24231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272 assertions sobre MySQL real: acceso, roles, Kanban, stock, usuarios y búsqueda.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90488" y="1737360"/>
            <a:ext cx="5349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5400000">
              <a:srgbClr val="0F172A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83096" y="1993392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699248" y="206654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end-to-end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699248" y="24231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headless contra la app viva: login, drag &amp; drop, alta de tarea, stock y usuarios.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703320"/>
            <a:ext cx="5349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5400000">
              <a:srgbClr val="0F172A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59536" y="3959352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2075688" y="403250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visuales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075688" y="43891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pantallas en claro y oscuro, más modales, 403 y 404, revisadas una por una.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90488" y="3703320"/>
            <a:ext cx="5349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5400000">
              <a:srgbClr val="0F172A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83096" y="3959352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7699248" y="403250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de JS y de red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699248" y="43891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última corrida completa: sin excepciones ni respuestas 5xx.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suite corre contra una base aparte (fieldops_test): nunca toca los datos de la demo. Los scripts quedan en tools/.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Correr la demo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comandos: base migrada, 16 seeders sintéticos y app arriba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6583680" cy="2148840"/>
          </a:xfrm>
          <a:prstGeom prst="roundRect">
            <a:avLst>
              <a:gd name="adj" fmla="val 3404"/>
            </a:avLst>
          </a:prstGeom>
          <a:solidFill>
            <a:srgbClr val="02061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10512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15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endParaRPr lang="en-US" sz="11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15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1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15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exec app php artisan migrate:fresh --seed</a:t>
            </a:r>
            <a:endParaRPr lang="en-US" sz="11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15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&amp;&amp; npm run build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93192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http://localhost:8080 · Adminer en :8081 · MySQL en :3307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498080" y="1645920"/>
            <a:ext cx="413308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25400" dir="5400000">
              <a:srgbClr val="0F172A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0" y="1828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de demo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0" y="2240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admin@fieldops.test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24231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772400" y="26974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supervisor@fieldops.test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0" y="28803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0" y="3154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tecnico@fieldops.test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0" y="33375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0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deposito@fieldops.test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0" y="37947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Depósito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3931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contraseña: password · hasheada con bcrypt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892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de la demo son sintéticos (semilla fija mt_srand(20261023)): mismo esquema, cero datos de clientes.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sobre la misma base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64240" cy="1005840"/>
          </a:xfrm>
          <a:prstGeom prst="roundRect">
            <a:avLst>
              <a:gd name="adj" fmla="val 636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01168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01168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148840" y="1911096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Migrar los módulos restantes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148840" y="22402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ATC con mapas, devolución de equipos y calendario de recordatorios.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862072"/>
            <a:ext cx="11064240" cy="1005840"/>
          </a:xfrm>
          <a:prstGeom prst="roundRect">
            <a:avLst>
              <a:gd name="adj" fmla="val 636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3182112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18211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148840" y="308152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SAP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148840" y="341071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tablas ya están migradas: falta el conector y las pantallas de sincronización.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032504"/>
            <a:ext cx="11064240" cy="1005840"/>
          </a:xfrm>
          <a:prstGeom prst="roundRect">
            <a:avLst>
              <a:gd name="adj" fmla="val 636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352544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" y="435254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Deseable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148840" y="4251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y observabilidad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148840" y="4581144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CI que corra la suite, entornos separados y métricas de uso.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202936"/>
            <a:ext cx="11064240" cy="1005840"/>
          </a:xfrm>
          <a:prstGeom prst="roundRect">
            <a:avLst>
              <a:gd name="adj" fmla="val 636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5522976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5522976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Deseable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148840" y="542239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Migración de datos reales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2148840" y="5751576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 de los datos sintéticos al volcado productivo con un proceso auditado.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FieldOps</dc:title>
  <dc:subject>Demo funcional · Laravel 12 + PHP 8.3 + MySQL 8</dc:subject>
  <dc:creator>Luca Baello</dc:creator>
  <cp:lastModifiedBy>Luca Baello</cp:lastModifiedBy>
  <cp:revision>1</cp:revision>
  <dcterms:created xsi:type="dcterms:W3CDTF">2026-10-28T05:40:03Z</dcterms:created>
  <dcterms:modified xsi:type="dcterms:W3CDTF">2026-10-28T05:40:03Z</dcterms:modified>
</cp:coreProperties>
</file>